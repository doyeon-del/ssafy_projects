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18" y="1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453db4b35_12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g3d453db4b35_12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453db4b35_1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g3d453db4b35_1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453db4b35_12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d453db4b35_12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453db4b35_12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d453db4b35_12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453db4b35_12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d453db4b35_12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453db4b35_12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d453db4b35_12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453db4b35_12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453db4b35_12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453db4b35_1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d453db4b35_1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453db4b35_12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d453db4b35_12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453db4b35_12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d453db4b35_12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453db4b35_12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d453db4b35_12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453db4b35_1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d453db4b35_1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9" cy="6854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7912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6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9" cy="6869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0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206615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9" cy="6855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9" cy="6846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65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717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9" cy="6878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SSAFY</cp:lastModifiedBy>
  <cp:revision>1</cp:revision>
  <dcterms:modified xsi:type="dcterms:W3CDTF">2026-04-03T08:06:26Z</dcterms:modified>
</cp:coreProperties>
</file>